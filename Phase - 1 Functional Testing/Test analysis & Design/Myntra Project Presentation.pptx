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FF205-5B4B-4BF6-9B2F-EC1115D8B5F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EE109-D650-49D0-8176-353017B65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A5B2D-9AB3-4DBB-BAD0-BC5303C32188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27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D646-EC1F-403A-B011-E08B6359109F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7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E875C-4FED-4FC7-8AC2-B4461CE8FA2B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4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ACB70-D8F5-4E69-B132-0DAB9E8FF192}" type="datetime1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1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FAEA-38CB-42C7-8F8B-009A2A898ECA}" type="datetime1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08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BFC3-8B84-40ED-904B-A5603B23B4AB}" type="datetime1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4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B2A4-9744-458D-AE8B-412E0F5A6095}" type="datetime1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2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0B17-50CE-424F-996E-2079C0539612}" type="datetime1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4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86F2-1247-46FB-8521-71DECA6DB8BA}" type="datetime1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1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97699-C58F-4925-A412-322A2327259B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82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D6BC9-78BA-4B07-B39C-64CF58675AD1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274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9049E-02D0-4BEE-9DCC-25BFBB5C63FE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92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5010-5F3A-4C0A-9F10-C302772DB7B2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7921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D6D5-AEBB-407D-B93A-1DF612FE3486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963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2A403-7E48-4B7C-B841-67EC40209AB9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632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21207-E48E-4D2A-BC21-0B58AE2B7B7A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3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9A744-0B04-4F16-8EDA-4E2BC1E4C094}" type="datetime1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Myntra - Functional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60002C-4FE5-41FF-AEAB-AA4AA2F86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80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F5F5-5072-E3D4-A37E-A8B8F3C86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54" y="1323255"/>
            <a:ext cx="9310254" cy="2396690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IN" sz="4800" b="1" dirty="0">
                <a:latin typeface="Poppins" panose="00000500000000000000" pitchFamily="2" charset="0"/>
                <a:cs typeface="Poppins" panose="00000500000000000000" pitchFamily="2" charset="0"/>
              </a:rPr>
              <a:t>FUNCTIONAL TESTING PROJECT</a:t>
            </a:r>
            <a:br>
              <a:rPr lang="en-IN" sz="4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3600" dirty="0"/>
              <a:t>Problem Statement – Myntra E-Commerce Application</a:t>
            </a:r>
            <a:br>
              <a:rPr lang="en-IN" sz="4800" dirty="0"/>
            </a:br>
            <a:endParaRPr lang="en-IN" sz="4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6E658-288E-A7A0-1167-B699EAB41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4836" y="3740726"/>
            <a:ext cx="9310254" cy="2895455"/>
          </a:xfrm>
        </p:spPr>
        <p:txBody>
          <a:bodyPr>
            <a:normAutofit/>
          </a:bodyPr>
          <a:lstStyle/>
          <a:p>
            <a:pPr algn="ctr"/>
            <a:br>
              <a:rPr lang="en-IN" dirty="0"/>
            </a:br>
            <a:r>
              <a:rPr lang="en-IN" dirty="0"/>
              <a:t>       				</a:t>
            </a:r>
            <a:r>
              <a:rPr lang="en-IN" sz="2400" dirty="0"/>
              <a:t>        </a:t>
            </a:r>
            <a:r>
              <a:rPr lang="en-IN" sz="2400" b="1" dirty="0">
                <a:latin typeface="Poppins" panose="00000500000000000000" pitchFamily="2" charset="0"/>
                <a:cs typeface="Poppins" panose="00000500000000000000" pitchFamily="2" charset="0"/>
              </a:rPr>
              <a:t>Team Members</a:t>
            </a:r>
            <a:b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					          		    1. Vigneshwaran M</a:t>
            </a:r>
            <a:b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				                 	2. Tamil Kumar E</a:t>
            </a:r>
            <a:b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			                     3. </a:t>
            </a:r>
            <a:r>
              <a:rPr lang="en-IN" sz="2400" dirty="0" err="1">
                <a:latin typeface="Poppins" panose="00000500000000000000" pitchFamily="2" charset="0"/>
                <a:cs typeface="Poppins" panose="00000500000000000000" pitchFamily="2" charset="0"/>
              </a:rPr>
              <a:t>Vithya</a:t>
            </a: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 K M</a:t>
            </a:r>
            <a:b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				                	     4. </a:t>
            </a:r>
            <a:r>
              <a:rPr lang="en-IN" sz="2400" dirty="0" err="1">
                <a:latin typeface="Poppins" panose="00000500000000000000" pitchFamily="2" charset="0"/>
                <a:cs typeface="Poppins" panose="00000500000000000000" pitchFamily="2" charset="0"/>
              </a:rPr>
              <a:t>Mylambigai</a:t>
            </a:r>
            <a:r>
              <a:rPr lang="en-IN" sz="2400" dirty="0">
                <a:latin typeface="Poppins" panose="00000500000000000000" pitchFamily="2" charset="0"/>
                <a:cs typeface="Poppins" panose="00000500000000000000" pitchFamily="2" charset="0"/>
              </a:rPr>
              <a:t> 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41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6550-EE89-1F6F-00CA-083222A8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688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Poppins" panose="00000500000000000000" pitchFamily="2" charset="0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28585F-138A-721C-C547-0ABAB2D3B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1053"/>
            <a:ext cx="8361219" cy="297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Overview of Epics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User Stories Mapping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Test Scenarios Coverage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Summary of Functional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0930C-E693-D9EC-0848-D35430715027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46680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D578-DBF2-82B8-0F52-F21F608C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Poppins" panose="00000500000000000000" pitchFamily="2" charset="0"/>
                <a:cs typeface="Poppins" panose="00000500000000000000" pitchFamily="2" charset="0"/>
              </a:rPr>
              <a:t>Epic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94E0-32F1-3D26-00A2-3573B0EC7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The following epics are identified to cover core Myntra application functionalities: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User Registration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Search and Filter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Product Payment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User Account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Return Order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Product Details &amp; Information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Poppins" panose="00000500000000000000" pitchFamily="2" charset="0"/>
                <a:cs typeface="Poppins" panose="00000500000000000000" pitchFamily="2" charset="0"/>
              </a:rPr>
              <a:t>Checkout Details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A78F9-7489-AA92-4F92-36C16865B0B9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2829472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D6B3-1989-F43A-929B-83B18973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Epic 1: User Registration (EMY001)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DA56-59E6-AAA9-59C9-FEC91D5F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10011" cy="43926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Enable new users to register and log in securely using mobile number and OTP.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USMY001: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As a new user I can able to register with my active mobile number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USMY002: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As a new user I can able to enter 4 digit valid OTP received in SMS to login after giving mobile number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TSMY001: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To check the user can get OTP for register with active unique 10 digit mobile number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TSMY002: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To check the user can't get OTP for register with invalid mobile number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TSMY003: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To check the user can register by entering 4 digit latest valid OTP received in SMS after giving valid mobile number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TSMY004: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To check the user can't register with invalid OTP number after giving valid mobile number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86A67-1FB6-7984-9E58-3600825A1B72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203746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A90C-19CE-1C6C-2FFA-CD9B0644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Epic 2: Search and Filter (EMY002)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B1A4-10F8-7444-D1BE-D71E1775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2662"/>
            <a:ext cx="8596668" cy="4475738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Allow users to search and filter products efficiently.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USMY003: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 I can able to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seach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the products by its name and category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USMY004: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 I can able to filter the products based on its different characteristics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TSMY005: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check the user can search the product with valid keywords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TSMY006: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check the user get proper error message for invalid keywords.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TSMY007: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check the products are filtered properly based on the selected filters.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TSMY008: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check the invalid products are not filtered based on the selected filters.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D52FE-8802-D393-4F4D-55671A177E14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139532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4ADA-006B-6A01-58B8-EA849053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Epic 3: Product Payment (EMY003)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2BDF-0CB8-3DA2-D109-EAB9DB7F3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3789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Ensure secure and reliable payment processing.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USMY005: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customer, I want to pay using a credit/debit card so that I can complete my purchase securely.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USMY006: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customer, I want to pay using UPI so that I can make fast and easy payments.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TSMY009: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Verify that payment succeeds with valid card details and correct OTP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TSMY010: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the payment fails with invalid card details.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TSMY011: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the correct bank username is shown when a valid UPI ID is verified.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TSMY012: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an error message is shown when an invalid UPI ID is verified.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21097-6C3E-F4CD-1827-5BB718BB11A0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23395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A5AE-B2FA-CDC2-6A31-B213D46C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Epic 4: Wishlist (EMY004)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F860F-6899-61DC-3BC1-DDDEF3F9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9419"/>
            <a:ext cx="8596668" cy="4461944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Allow users to save and manage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favorite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products.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USMY007: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customer, I want to add a product to my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so that I can save it for future purchase.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USMY008: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customer, I want to move a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item to my bag so that I can purchase it easily.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TSMY013: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To Verify that the user can add a product to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from product detail page.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TSMY014: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the user cannot add a product to the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from the product detail page when they are logged out.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TSMY015: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the user can move a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product to the cart using the Add to Bag button.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TSMY016: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that the user cannot move a </a:t>
            </a:r>
            <a:r>
              <a:rPr lang="en-GB" dirty="0" err="1">
                <a:latin typeface="Poppins" panose="00000500000000000000" pitchFamily="2" charset="0"/>
                <a:cs typeface="Poppins" panose="00000500000000000000" pitchFamily="2" charset="0"/>
              </a:rPr>
              <a:t>wishlist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product to the cart when the product is out of stock.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AAE0B-5A23-A22B-DEB9-38AEC903E0EB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175289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3D3D-02E2-6F3C-D3F6-68000118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Epic 5: User Account (EMY005)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7DD1-0889-1A03-8D52-E0EB0133C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1874"/>
            <a:ext cx="8596668" cy="4406526"/>
          </a:xfrm>
        </p:spPr>
        <p:txBody>
          <a:bodyPr>
            <a:normAutofit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Enable users to manage account information securely.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USMY009: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logged-in user, I want to change my mobile number using the OTP-based two-step verification to keep my account secure.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USMY010: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logged-in user, I want to add a delivery address to receive my orders correctly.​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TSMY017: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mobile number is updated with valid OTP.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TSMY018: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mobile number is not updated with an invalid OTP.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TSMY019: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address is added successfully with all mandatory details.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TSMY020: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address is not added when mandatory fields are missing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33EE3-8817-36B8-8E6C-7EE1D89085E8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69761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DE51-5B72-C975-7F9D-953EFC11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Epic 6: Return Order (EMY006)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2FAE5-D460-DEA3-45F0-EFF9B2DC8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4146"/>
            <a:ext cx="8596668" cy="4221018"/>
          </a:xfrm>
        </p:spPr>
        <p:txBody>
          <a:bodyPr>
            <a:normAutofit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Support order return and cancellation flows.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USMY011: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user, I want to return an eligible delivered order.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USMY012: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user, I want to cancel a return request if required.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TSMY021: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successful return request creation for eligible delivered orders.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TSMY022: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return request is rejected after the return period expires.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TSMY023: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user can cancel return request before pickup.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TSMY024: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return request cannot be cancelled after pickup completion.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22D3B-7965-CB90-83E8-8DAB51476074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16620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46EF-F2A3-AD99-1485-7C75D00B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Epic 7: Product Details &amp; Information (EMY007)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29E2C-FDDA-ABE7-CE68-01EEDB4CE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en-GB" b="1" dirty="0"/>
              <a:t>Objective:</a:t>
            </a:r>
            <a:br>
              <a:rPr lang="en-GB" dirty="0"/>
            </a:br>
            <a:r>
              <a:rPr lang="en-GB" dirty="0"/>
              <a:t>Provide accurate product information to users.</a:t>
            </a:r>
          </a:p>
          <a:p>
            <a:r>
              <a:rPr lang="en-GB" b="1" dirty="0"/>
              <a:t>User Stories: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USMY013:</a:t>
            </a:r>
            <a:r>
              <a:rPr lang="en-GB" dirty="0"/>
              <a:t> As a user, I want to view product price and offers.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USMY014:</a:t>
            </a:r>
            <a:r>
              <a:rPr lang="en-GB" dirty="0"/>
              <a:t> As a user, I want to add products to my bag.</a:t>
            </a:r>
          </a:p>
          <a:p>
            <a:r>
              <a:rPr lang="en-GB" b="1" dirty="0"/>
              <a:t>Test Scenarios: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TSMY025:</a:t>
            </a:r>
            <a:r>
              <a:rPr lang="en-GB" dirty="0"/>
              <a:t> Verify product price and offers are displayed correctly.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TSMY026:</a:t>
            </a:r>
            <a:r>
              <a:rPr lang="en-GB" dirty="0"/>
              <a:t> Verify price updates correctly when selecting different sizes.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TSMY027:</a:t>
            </a:r>
            <a:r>
              <a:rPr lang="en-GB" dirty="0"/>
              <a:t> Verify user can add product to the bag.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TSMY028:</a:t>
            </a:r>
            <a:r>
              <a:rPr lang="en-GB" dirty="0"/>
              <a:t> Verify system behaviour when adding the same product multiple times.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51A7F-3E89-0E1D-55C7-AEC19C0D1708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46732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6373-91B3-26CD-0D48-04B8926A5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Epic 8: Checkout Details (EMY008)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8953C-8CD8-059B-89A3-2AC7AC73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318000"/>
          </a:xfrm>
        </p:spPr>
        <p:txBody>
          <a:bodyPr>
            <a:normAutofit/>
          </a:bodyPr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Objective:</a:t>
            </a:r>
            <a:b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Ensure smooth checkout and discount application.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User Stories: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USMY015: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user, I want to change delivery address during checkout.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USMY016: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As a user, I want to apply a coupon code for discounts.</a:t>
            </a:r>
          </a:p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Test Scenarios: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TSMY029: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user can add a valid new address during checkout.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TSMY030: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mandatory address fields cannot be left blank.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TSMY031: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valid coupon code is applied successfully.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TSMY032:</a:t>
            </a:r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 Verify invalid coupon codes are rejected with proper message.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46540-319F-59C7-3F33-F88DB80C0DAB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106803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0DF4-0B5A-D08E-F72D-590035E0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9E2D42-BCC2-CCF4-C28F-014872526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83755"/>
            <a:ext cx="9034702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epics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user stories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test scenarios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and negative scenarios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included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end-to-end functional coverage of Myntra application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RTM and detailed test case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DF7EA-E4B5-0971-11D3-E6FE33B29235}"/>
              </a:ext>
            </a:extLst>
          </p:cNvPr>
          <p:cNvSpPr txBox="1"/>
          <p:nvPr/>
        </p:nvSpPr>
        <p:spPr>
          <a:xfrm>
            <a:off x="571500" y="6266646"/>
            <a:ext cx="283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Myntra – Functional Testing</a:t>
            </a:r>
          </a:p>
        </p:txBody>
      </p:sp>
    </p:spTree>
    <p:extLst>
      <p:ext uri="{BB962C8B-B14F-4D97-AF65-F5344CB8AC3E}">
        <p14:creationId xmlns:p14="http://schemas.microsoft.com/office/powerpoint/2010/main" val="309985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F0C-8288-186C-5917-C6CC9D6E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33" y="2990850"/>
            <a:ext cx="9098934" cy="8763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>
                <a:latin typeface="Poppins" panose="00000500000000000000" pitchFamily="2" charset="0"/>
                <a:cs typeface="Poppins" panose="000005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257093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1181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Poppins</vt:lpstr>
      <vt:lpstr>Trebuchet MS</vt:lpstr>
      <vt:lpstr>Wingdings</vt:lpstr>
      <vt:lpstr>Wingdings 3</vt:lpstr>
      <vt:lpstr>Facet</vt:lpstr>
      <vt:lpstr>FUNCTIONAL TESTING PROJECT Problem Statement – Myntra E-Commerce Application </vt:lpstr>
      <vt:lpstr>Agenda</vt:lpstr>
      <vt:lpstr>Epic Overview</vt:lpstr>
      <vt:lpstr>Epic 1: User Registration (EMY001)</vt:lpstr>
      <vt:lpstr>Epic 2: Search and Filter (EMY002)</vt:lpstr>
      <vt:lpstr>Epic 3: Product Payment (EMY003)</vt:lpstr>
      <vt:lpstr>Epic 4: Wishlist (EMY004)</vt:lpstr>
      <vt:lpstr>Epic 5: User Account (EMY005)</vt:lpstr>
      <vt:lpstr>Epic 6: Return Order (EMY006)</vt:lpstr>
      <vt:lpstr>Epic 7: Product Details &amp; Information (EMY007)</vt:lpstr>
      <vt:lpstr>Epic 8: Checkout Details (EMY008)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Vigneshwaran M</dc:creator>
  <cp:lastModifiedBy>Vigneshwaran M</cp:lastModifiedBy>
  <cp:revision>2</cp:revision>
  <dcterms:created xsi:type="dcterms:W3CDTF">2026-02-03T00:30:39Z</dcterms:created>
  <dcterms:modified xsi:type="dcterms:W3CDTF">2026-02-03T01:03:49Z</dcterms:modified>
</cp:coreProperties>
</file>